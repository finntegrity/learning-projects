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9753600" cx="17462500"/>
  <p:notesSz cx="17462500" cy="9753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mst2wZWvHB+B7ad9G6NLppS2w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2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 txBox="1"/>
          <p:nvPr>
            <p:ph idx="1" type="body"/>
          </p:nvPr>
        </p:nvSpPr>
        <p:spPr>
          <a:xfrm>
            <a:off x="1746250" y="4632950"/>
            <a:ext cx="1397000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:notes"/>
          <p:cNvSpPr/>
          <p:nvPr>
            <p:ph idx="2" type="sldImg"/>
          </p:nvPr>
        </p:nvSpPr>
        <p:spPr>
          <a:xfrm>
            <a:off x="2910975" y="731500"/>
            <a:ext cx="11642225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1" type="ftr"/>
          </p:nvPr>
        </p:nvSpPr>
        <p:spPr>
          <a:xfrm>
            <a:off x="5939409" y="9070848"/>
            <a:ext cx="5590032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0" type="dt"/>
          </p:nvPr>
        </p:nvSpPr>
        <p:spPr>
          <a:xfrm>
            <a:off x="87344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1257757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310163" y="3023616"/>
            <a:ext cx="14848523" cy="204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2620327" y="5462016"/>
            <a:ext cx="12228195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1" type="ftr"/>
          </p:nvPr>
        </p:nvSpPr>
        <p:spPr>
          <a:xfrm>
            <a:off x="5939409" y="9070848"/>
            <a:ext cx="5590032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0" type="dt"/>
          </p:nvPr>
        </p:nvSpPr>
        <p:spPr>
          <a:xfrm>
            <a:off x="87344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1257757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873442" y="390144"/>
            <a:ext cx="15721965" cy="1560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873442" y="2243328"/>
            <a:ext cx="15721965" cy="643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1" type="ftr"/>
          </p:nvPr>
        </p:nvSpPr>
        <p:spPr>
          <a:xfrm>
            <a:off x="5939409" y="9070848"/>
            <a:ext cx="5590032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87344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1257757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873442" y="390144"/>
            <a:ext cx="15721965" cy="1560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873442" y="2243328"/>
            <a:ext cx="7598950" cy="643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2" type="body"/>
          </p:nvPr>
        </p:nvSpPr>
        <p:spPr>
          <a:xfrm>
            <a:off x="8996458" y="2243328"/>
            <a:ext cx="7598950" cy="643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5939409" y="9070848"/>
            <a:ext cx="5590032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>
            <a:off x="87344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1257757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873442" y="390144"/>
            <a:ext cx="15721965" cy="1560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1" type="ftr"/>
          </p:nvPr>
        </p:nvSpPr>
        <p:spPr>
          <a:xfrm>
            <a:off x="5939409" y="9070848"/>
            <a:ext cx="5590032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7344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1257757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73442" y="390144"/>
            <a:ext cx="15721965" cy="1560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73442" y="2243328"/>
            <a:ext cx="15721965" cy="643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1" type="ftr"/>
          </p:nvPr>
        </p:nvSpPr>
        <p:spPr>
          <a:xfrm>
            <a:off x="5939409" y="9070848"/>
            <a:ext cx="5590032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5"/>
          <p:cNvSpPr txBox="1"/>
          <p:nvPr>
            <p:ph idx="10" type="dt"/>
          </p:nvPr>
        </p:nvSpPr>
        <p:spPr>
          <a:xfrm>
            <a:off x="87344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2577572" y="9070848"/>
            <a:ext cx="4017835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4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7468087" cy="97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2026-01-08T10:25:27Z</dcterms:created>
  <dc:creator>Finn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2026-01-08T00:00:00Z</vt:filetime>
  </property>
  <property fmtid="{D5CDD505-2E9C-101B-9397-08002B2CF9AE}" pid="5" name="Producer">
    <vt:lpwstr>3-Heights(TM) PDF Security Shell 4.8.25.2 (http://www.pdf-tools.com)</vt:lpwstr>
  </property>
</Properties>
</file>
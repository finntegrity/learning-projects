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7462500" cy="9753600"/>
  <p:notesSz cx="17462500" cy="9753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10163" y="3023616"/>
            <a:ext cx="14848523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620327" y="5462016"/>
            <a:ext cx="12228195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873442" y="2243328"/>
            <a:ext cx="759895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8996458" y="2243328"/>
            <a:ext cx="759895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73442" y="390144"/>
            <a:ext cx="15721965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73442" y="2243328"/>
            <a:ext cx="15721965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5939409" y="9070848"/>
            <a:ext cx="5590032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873442" y="9070848"/>
            <a:ext cx="4017835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2577572" y="9070848"/>
            <a:ext cx="4017835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jp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0.jp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1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2.jpg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3.jpg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4.jpg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5.jpg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17468087" cy="927201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17407137" cy="89855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81583"/>
            <a:ext cx="17266954" cy="927201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60" y="384047"/>
            <a:ext cx="16858593" cy="90830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8360" y="384047"/>
            <a:ext cx="16858593" cy="922324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7468087" cy="9753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Finn</dc:creator>
  <cp:keywords>DAG-3HABCFI,BADo1menkZM,0</cp:keywords>
  <dc:title>phan tich du lieu</dc:title>
  <dcterms:created xsi:type="dcterms:W3CDTF">2026-01-20T09:13:02Z</dcterms:created>
  <dcterms:modified xsi:type="dcterms:W3CDTF">2026-01-20T09:13:02Z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2026-01-20T00:00:00Z</vt:filetime>
  </property>
  <property fmtid="{D5CDD505-2E9C-101B-9397-08002B2CF9AE}" pid="3" name="Creator">
    <vt:lpwstr>Canva</vt:lpwstr>
  </property>
  <property fmtid="{D5CDD505-2E9C-101B-9397-08002B2CF9AE}" pid="4" name="LastSaved">
    <vt:filetime>2026-01-20T00:00:00Z</vt:filetime>
  </property>
  <property fmtid="{D5CDD505-2E9C-101B-9397-08002B2CF9AE}" pid="5" name="Producer">
    <vt:lpwstr>3-Heights(TM) PDF Security Shell 4.8.25.2 (http://www.pdf-tools.com)</vt:lpwstr>
  </property>
  <property fmtid="{D5CDD505-2E9C-101B-9397-08002B2CF9AE}" pid="6" name="containsAiGeneratedContent">
    <vt:lpwstr>Yes</vt:lpwstr>
  </property>
</Properties>
</file>